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108960"/>
            <a:ext cx="1645920" cy="2034540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Proiect T3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LoanApprovalSystem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unitară în Java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56032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 |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Testing: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(Pitest)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Istrate Irina-Maria (334) | Stancu Rares (344) | Ticu Bogdan Valeriu (344) | Vacaru Marta-Patricia (342)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Descrierea Aplicației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 aplicația?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Evaluează eligibilitatea unui client pentru un împrumut bancar.
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 Customer cu 5 câmpuri
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 LoanDecision cu decizie, dobândă și sumă maximă
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first-failure-wins — primul criteriu neîndeplinit oprește evaluarea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claselor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1444752"/>
            <a:ext cx="37947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81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câmpuri finale (imutabil)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029968"/>
            <a:ext cx="37947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0665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LoanDecision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2768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Rezultatul evaluării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2615184"/>
            <a:ext cx="37947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LoanApprovalSystem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862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principală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3200400"/>
            <a:ext cx="37947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36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47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exemple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3785616"/>
            <a:ext cx="37947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LoanApprovalSystemTest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325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completă JUnit 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Regulile de Business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Condiții de respingere (first-failure-wins):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4747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9844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12252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Vârstă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 18 sau age &gt; 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344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 out of range [18-65]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47088"/>
            <a:ext cx="34747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95681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3232" y="1883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credit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2121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creditScore &lt; 600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002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Credit score too low (min 600)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05456"/>
            <a:ext cx="34747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61518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2542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Întârzieri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27797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latePaymentsCount &gt;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6609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Too many late payments (max 3)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63824"/>
            <a:ext cx="34747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27355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13232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4381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monthlyDebts / netSalary &gt; 0.40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319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Debt-to-income ratio exceeds 40%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aprobare: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4114800" cy="685800"/>
          </a:xfrm>
          <a:prstGeom prst="rect">
            <a:avLst/>
          </a:prstGeom>
          <a:solidFill>
            <a:srgbClr val="0D1B4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Dobândă: score≥750→5%  |  score≥650→7%  |  altfel→10%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Sumă max: (netSalary × 0.4 - monthlyDebts) × 60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Strategii de Testare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tehnici aplicate sistematic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420624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691640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856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46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Echivalence Partitioning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clase de echivalență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420624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450592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615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05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n-1, n, n+1 pentru fiecare prag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420624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209544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3741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538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linii acoperite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420624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968496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330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97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ramurile true/false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691640"/>
            <a:ext cx="411480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691640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856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1746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0208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Sub-condiții independente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450592"/>
            <a:ext cx="411480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2450592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615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Coverage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7797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circuite independente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209544"/>
            <a:ext cx="411480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209544"/>
            <a:ext cx="5029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3741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49240" y="32644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(PIT)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5387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&gt; 85%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Funcțională (Black-Box)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Partiționare în Clase de Echivalență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463040"/>
                <a:gridCol w="12801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Condiție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Vârstă 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≤ age ≤ 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age=30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Vârstă mică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&lt;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invalidă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age=10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Vârstă mare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&gt; 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invalidă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age=70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score=700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&lt;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invalidă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score=500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Valorilor de Frontieră — tehnica n-1, n, n+1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01568"/>
          <a:ext cx="8595360" cy="150876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554480"/>
                <a:gridCol w="1371600"/>
                <a:gridCol w="2286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(prag)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Observație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 inferioară vârstă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 superioară vârstă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Pragul minim 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(×5000)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 40% salariu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Structurală (White-Box)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77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linie executată ≥ 1 dată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Acoperă: 4 rejection paths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approval paths (dobânzi)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100% statement 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877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64608" y="12344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decizie: TRUE și FALSE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ramuri totale identificate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ramuri rejection (true)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ramuri dobândă (if-else-if)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" y="32918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Condiția: age &lt; 18 || age &gt; 65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age&lt;18=TRUE: age=15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age&gt;65=TRUE: age=70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ambele FALSE: age=30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Coverage (V(G)=7)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4608" y="32918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P1-P4: Rejection paths (4)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Aprobat, dobândă 5%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P6: Aprobat, dobândă 7%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P7: Aprobat, dobândă 10%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cu PIT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0D1B40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introduce automat modificări mici în cod (mutanți) și verifică dacă testele le detectează.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mutanți generați: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02996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29968"/>
            <a:ext cx="9144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665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 18  →  age &lt;= 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185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Ucis de: BVA test (age=18)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88336"/>
            <a:ext cx="9144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249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626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creditScore &lt; 600  →  creditScore &gt;= 600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843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Ucis de: EP test (score=500)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46704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46704"/>
            <a:ext cx="9144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interestRate = 5.0  →  interestRate = 0.0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502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Ucis de: assertEquals(5.0, ...)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05072"/>
            <a:ext cx="9144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41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79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(sal*0.4-debts)*60  →  (sal*0.4-debts)*0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Ucis de: assertEquals(suma, ...)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Raportul HTML PIT → target/pit-reports/index.html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PIT (Pitest)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— plugin configuration: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1206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&lt;groupId&gt;org.pitest&lt;/groupId&gt;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&lt;artifactId&gt;pitest-maven&lt;/artifactId&gt;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&lt;version&gt;1.15.3&lt;/version&gt;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&lt;configuration&gt;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&lt;targetClasses&gt;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&lt;param&gt;LoanApprovalSystem&lt;/param&gt;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&lt;/targetClasses&gt;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&lt;targetTests&gt;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&lt;param&gt;LoanApprovalSystemTest&lt;/param&gt;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&lt;/targetTests&gt;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&lt;outputFormats&gt;&lt;param&gt;HTML&lt;/param&gt;&lt;/outputFormats&gt;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&lt;mutators&gt;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&lt;mutator&gt;DEFAULTS&lt;/mutator&gt;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&lt;mutator&gt;STRONGER&lt;/mutator&gt;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&lt;/mutators&gt;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&lt;/configuration&gt;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115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 de rulare: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15361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Adaugă pom.xml în proiect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057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20848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Rulează: mvn test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2606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6334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Rulează PIT: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31821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Deschide raportul HTML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37033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Analizează mutanți vii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0" y="4251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42793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Scrie teste suplimentare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4617720"/>
            <a:ext cx="3291840" cy="29260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org.pitest:pitest-maven:mutationCoverage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Comparare cu AI — Google Gemini 2.0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01168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 noastră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Verdictul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Echivalence Part.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clase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clase (limitat)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n-1, n, n+1 complet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Doar n-1,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Cov.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(incl. dobânzi)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 (fără dobânzi)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Cov.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Sub-condiții indep.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Condiții compuse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Egalitate (cu plus la noi)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Toate 7 drumuri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Doar 3 drumuri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Toate ramurile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Ramuri rejection doar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Frontieră + calcule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Frontieră doar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noastră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0D1B40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Concluzie: </a:t>
            </a:r>
            <a:pPr indent="0" marL="0">
              <a:buNone/>
            </a:pPr>
            <a:r>
              <a:rPr lang="en-US" sz="15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AI-ul generează teste funcționale dar incomplete metodologic. Util ca punct de start, nu ca soluție finală.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strategii de testare aplicate complet și sistematic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556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teste riguroasă cu BVA n-1/n/n+1 și mutation testing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6829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6829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configurat — raport HTML cu mutation score &gt; 85%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8094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completă cu Gemini 2.0 Flash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3502152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9359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59359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util pentru schelet de teste, nu înlocuiește expertiza umană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658368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0624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420624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Testele noastre detectează erori subtile (off-by-one, value mutation)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7548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LoanApprovalSystem  |  TSS 2025-2026  |  T3 Java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TSS - LoanApprovalSystem</dc:title>
  <dc:subject>PptxGenJS Presentation</dc:subject>
  <dc:creator>PptxGenJS</dc:creator>
  <cp:lastModifiedBy>PptxGenJS</cp:lastModifiedBy>
  <cp:revision>1</cp:revision>
  <dcterms:created xsi:type="dcterms:W3CDTF">2026-04-27T05:25:51Z</dcterms:created>
  <dcterms:modified xsi:type="dcterms:W3CDTF">2026-04-27T05:25:51Z</dcterms:modified>
</cp:coreProperties>
</file>